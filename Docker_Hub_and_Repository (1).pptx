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59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436E57-27BE-6F4A-B4EF-561F1E202AC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CFBED-6855-EF4C-8449-15EB06175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43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0"/>
            <a:ext cx="8686800" cy="457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548640"/>
            <a:ext cx="2926080" cy="292608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1D6F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0" y="1371600"/>
            <a:ext cx="347472" cy="228600"/>
          </a:xfrm>
          <a:prstGeom prst="roundRect">
            <a:avLst>
              <a:gd name="adj" fmla="val 16000"/>
            </a:avLst>
          </a:prstGeom>
          <a:solidFill>
            <a:srgbClr val="2196F3"/>
          </a:solidFill>
          <a:ln/>
        </p:spPr>
      </p:sp>
      <p:sp>
        <p:nvSpPr>
          <p:cNvPr id="6" name="Shape 4"/>
          <p:cNvSpPr/>
          <p:nvPr/>
        </p:nvSpPr>
        <p:spPr>
          <a:xfrm>
            <a:off x="7086600" y="1371600"/>
            <a:ext cx="347472" cy="228600"/>
          </a:xfrm>
          <a:prstGeom prst="roundRect">
            <a:avLst>
              <a:gd name="adj" fmla="val 16000"/>
            </a:avLst>
          </a:prstGeom>
          <a:solidFill>
            <a:srgbClr val="2196F3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0" y="1371600"/>
            <a:ext cx="347472" cy="228600"/>
          </a:xfrm>
          <a:prstGeom prst="roundRect">
            <a:avLst>
              <a:gd name="adj" fmla="val 16000"/>
            </a:avLst>
          </a:prstGeom>
          <a:solidFill>
            <a:srgbClr val="2196F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1691640"/>
            <a:ext cx="347472" cy="228600"/>
          </a:xfrm>
          <a:prstGeom prst="roundRect">
            <a:avLst>
              <a:gd name="adj" fmla="val 16000"/>
            </a:avLst>
          </a:prstGeom>
          <a:solidFill>
            <a:srgbClr val="2196F3"/>
          </a:solidFill>
          <a:ln/>
        </p:spPr>
      </p:sp>
      <p:sp>
        <p:nvSpPr>
          <p:cNvPr id="9" name="Shape 7"/>
          <p:cNvSpPr/>
          <p:nvPr/>
        </p:nvSpPr>
        <p:spPr>
          <a:xfrm>
            <a:off x="6812280" y="1691640"/>
            <a:ext cx="347472" cy="228600"/>
          </a:xfrm>
          <a:prstGeom prst="roundRect">
            <a:avLst>
              <a:gd name="adj" fmla="val 16000"/>
            </a:avLst>
          </a:prstGeom>
          <a:solidFill>
            <a:srgbClr val="2196F3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0" y="1691640"/>
            <a:ext cx="347472" cy="228600"/>
          </a:xfrm>
          <a:prstGeom prst="roundRect">
            <a:avLst>
              <a:gd name="adj" fmla="val 16000"/>
            </a:avLst>
          </a:prstGeom>
          <a:solidFill>
            <a:srgbClr val="2196F3"/>
          </a:solidFill>
          <a:ln/>
        </p:spPr>
      </p:sp>
      <p:sp>
        <p:nvSpPr>
          <p:cNvPr id="11" name="Shape 9"/>
          <p:cNvSpPr/>
          <p:nvPr/>
        </p:nvSpPr>
        <p:spPr>
          <a:xfrm>
            <a:off x="7635240" y="1691640"/>
            <a:ext cx="347472" cy="228600"/>
          </a:xfrm>
          <a:prstGeom prst="roundRect">
            <a:avLst>
              <a:gd name="adj" fmla="val 16000"/>
            </a:avLst>
          </a:prstGeom>
          <a:solidFill>
            <a:srgbClr val="2196F3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2011680"/>
            <a:ext cx="1920240" cy="365760"/>
          </a:xfrm>
          <a:prstGeom prst="roundRect">
            <a:avLst>
              <a:gd name="adj" fmla="val 25000"/>
            </a:avLst>
          </a:prstGeom>
          <a:solidFill>
            <a:srgbClr val="1D6FA4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0" y="1920240"/>
            <a:ext cx="365760" cy="18288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0972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731520" y="18745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Repository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731520" y="2697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Largest Container Image Registry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3200400"/>
            <a:ext cx="3200400" cy="457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Millions of images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7307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Cloud-native registry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0782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CI/CD integration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docker.com/products/docker-hub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Docker Hub?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9601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73152" cy="9601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6187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is a cloud-based registry service that allows developers to link code repositories, build their applications, test them, and distribute container images. It's the world's largest library and community for container images.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4114800" cy="1051560"/>
          </a:xfrm>
          <a:prstGeom prst="rect">
            <a:avLst/>
          </a:prstGeom>
          <a:solidFill>
            <a:srgbClr val="161B22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77440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68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Image Registry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Store, manage &amp; distribute Docker images globally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377440"/>
            <a:ext cx="4114800" cy="1051560"/>
          </a:xfrm>
          <a:prstGeom prst="rect">
            <a:avLst/>
          </a:prstGeom>
          <a:solidFill>
            <a:srgbClr val="161B22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377440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468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&amp; Discover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millions of official &amp; community images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11880"/>
            <a:ext cx="4114800" cy="1051560"/>
          </a:xfrm>
          <a:prstGeom prst="rect">
            <a:avLst/>
          </a:prstGeom>
          <a:solidFill>
            <a:srgbClr val="161B22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11880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03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Collaboration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0690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images within teams &amp; organizations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611880"/>
            <a:ext cx="4114800" cy="1051560"/>
          </a:xfrm>
          <a:prstGeom prst="rect">
            <a:avLst/>
          </a:prstGeom>
          <a:solidFill>
            <a:srgbClr val="161B22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611880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703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Webhooks &amp; API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40690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workflows with rich integrations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0392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1920240"/>
            <a:ext cx="2743200" cy="1188720"/>
          </a:xfrm>
          <a:prstGeom prst="rect">
            <a:avLst/>
          </a:prstGeom>
          <a:solidFill>
            <a:srgbClr val="1D6FA4"/>
          </a:solidFill>
          <a:ln/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Docker Hub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Registry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219456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Machines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508760"/>
            <a:ext cx="7315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219456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0" y="2514600"/>
            <a:ext cx="7315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01752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246120"/>
            <a:ext cx="219456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Systems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68880" y="3520440"/>
            <a:ext cx="7315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301752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1234440"/>
            <a:ext cx="219456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1508760"/>
            <a:ext cx="73152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A500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75120" y="2240280"/>
            <a:ext cx="219456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Clusters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2514600"/>
            <a:ext cx="73152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A500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75120" y="3246120"/>
            <a:ext cx="219456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3520440"/>
            <a:ext cx="73152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A500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PUSH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</a:rPr>
              <a:t>PULL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Docker Hub Features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834640" cy="1554480"/>
          </a:xfrm>
          <a:prstGeom prst="rect">
            <a:avLst/>
          </a:prstGeom>
          <a:solidFill>
            <a:srgbClr val="161B22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83464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3533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353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Tagging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90195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for container images using semantic tags (latest, v1.0, v2.3)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834640" cy="1554480"/>
          </a:xfrm>
          <a:prstGeom prst="rect">
            <a:avLst/>
          </a:prstGeom>
          <a:solidFill>
            <a:srgbClr val="161B22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88720"/>
            <a:ext cx="28346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3533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86200" y="1353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Builds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90195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Auto-build images from GitHub or Bitbucket on code changes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834640" cy="1554480"/>
          </a:xfrm>
          <a:prstGeom prst="rect">
            <a:avLst/>
          </a:prstGeom>
          <a:solidFill>
            <a:srgbClr val="161B22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188720"/>
            <a:ext cx="283464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3533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58000" y="1353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190195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security scans powered by Snyk on every push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2999232"/>
            <a:ext cx="2834640" cy="1554480"/>
          </a:xfrm>
          <a:prstGeom prst="rect">
            <a:avLst/>
          </a:prstGeom>
          <a:solidFill>
            <a:srgbClr val="161B22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99232"/>
            <a:ext cx="2834640" cy="6400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1638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4400" y="31638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&amp; Orgs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3712464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for enterprise collaboration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46120" y="2999232"/>
            <a:ext cx="2834640" cy="1554480"/>
          </a:xfrm>
          <a:prstGeom prst="rect">
            <a:avLst/>
          </a:prstGeom>
          <a:solidFill>
            <a:srgbClr val="161B22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999232"/>
            <a:ext cx="2834640" cy="6400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31638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886200" y="31638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Insights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83280" y="3712464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pulls, pushes and storage consumption analytics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17920" y="2999232"/>
            <a:ext cx="2834640" cy="1554480"/>
          </a:xfrm>
          <a:prstGeom prst="rect">
            <a:avLst/>
          </a:prstGeom>
          <a:solidFill>
            <a:srgbClr val="161B22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999232"/>
            <a:ext cx="2834640" cy="64008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31638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858000" y="31638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55080" y="3712464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downstream CI/CD pipelines on image updates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50392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Docker Repositories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88920" cy="379476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78892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Repositories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 Access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78608"/>
            <a:ext cx="2377440" cy="27432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6974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anyone on the internet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2004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pulls for public images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7033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open-source projects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42062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create and maintain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1143000"/>
            <a:ext cx="2788920" cy="379476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143000"/>
            <a:ext cx="278892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325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383280" y="1874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Repositories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2240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Controlled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2578608"/>
            <a:ext cx="2377440" cy="27432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26974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access to authorized users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32004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proprietary images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7033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organization management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42062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paid subscription for more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1143000"/>
            <a:ext cx="2788920" cy="379476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1143000"/>
            <a:ext cx="2788920" cy="6400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1325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309360" y="1874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Images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09360" y="2240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Docker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2578608"/>
            <a:ext cx="2377440" cy="27432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26974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by Docker &amp; partners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63640" y="32004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Security-scanned regularly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37033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applied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63640" y="42062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nginx, ubuntu, python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50392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Push &amp; Pull Workflow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258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801368"/>
            <a:ext cx="45720" cy="256032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188720"/>
            <a:ext cx="786384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1188720"/>
            <a:ext cx="54864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2435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548640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32588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build -t myapp:1.0 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048256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0756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551176"/>
            <a:ext cx="45720" cy="256032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" y="1938528"/>
            <a:ext cx="786384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" y="1938528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to Hub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2029968"/>
            <a:ext cx="548640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07568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login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2798064"/>
            <a:ext cx="502920" cy="50292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82549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300984"/>
            <a:ext cx="45720" cy="256032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" y="2688336"/>
            <a:ext cx="786384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Shape 23"/>
          <p:cNvSpPr/>
          <p:nvPr/>
        </p:nvSpPr>
        <p:spPr>
          <a:xfrm>
            <a:off x="960120" y="2688336"/>
            <a:ext cx="54864" cy="65836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" y="2743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Image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00400" y="2779776"/>
            <a:ext cx="548640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28254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tag myapp:1.0 username/myapp:1.0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3547872"/>
            <a:ext cx="502920" cy="5029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357530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4050792"/>
            <a:ext cx="45720" cy="256032"/>
          </a:xfrm>
          <a:prstGeom prst="rect">
            <a:avLst/>
          </a:prstGeom>
          <a:solidFill>
            <a:srgbClr val="2D333B"/>
          </a:solidFill>
          <a:ln/>
        </p:spPr>
      </p:sp>
      <p:sp>
        <p:nvSpPr>
          <p:cNvPr id="32" name="Shape 30"/>
          <p:cNvSpPr/>
          <p:nvPr/>
        </p:nvSpPr>
        <p:spPr>
          <a:xfrm>
            <a:off x="960120" y="3438144"/>
            <a:ext cx="786384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3" name="Shape 31"/>
          <p:cNvSpPr/>
          <p:nvPr/>
        </p:nvSpPr>
        <p:spPr>
          <a:xfrm>
            <a:off x="960120" y="3438144"/>
            <a:ext cx="54864" cy="65836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4" name="Text 32"/>
          <p:cNvSpPr/>
          <p:nvPr/>
        </p:nvSpPr>
        <p:spPr>
          <a:xfrm>
            <a:off x="1143000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Image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00400" y="3529584"/>
            <a:ext cx="548640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357530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push username/myapp:1.0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74320" y="4297680"/>
            <a:ext cx="502920" cy="50292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432511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60120" y="4187952"/>
            <a:ext cx="786384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0" name="Shape 38"/>
          <p:cNvSpPr/>
          <p:nvPr/>
        </p:nvSpPr>
        <p:spPr>
          <a:xfrm>
            <a:off x="960120" y="4187952"/>
            <a:ext cx="54864" cy="65836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41" name="Text 39"/>
          <p:cNvSpPr/>
          <p:nvPr/>
        </p:nvSpPr>
        <p:spPr>
          <a:xfrm>
            <a:off x="114300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Image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200400" y="4279392"/>
            <a:ext cx="548640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37560" y="432511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pull username/myapp:1.0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50392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Hub and Repository</dc:title>
  <dc:subject>PptxGenJS Presentation</dc:subject>
  <dc:creator>Docker Presentation</dc:creator>
  <cp:lastModifiedBy>Manikandan C</cp:lastModifiedBy>
  <cp:revision>2</cp:revision>
  <dcterms:created xsi:type="dcterms:W3CDTF">2026-03-10T14:28:23Z</dcterms:created>
  <dcterms:modified xsi:type="dcterms:W3CDTF">2026-03-10T15:26:33Z</dcterms:modified>
</cp:coreProperties>
</file>