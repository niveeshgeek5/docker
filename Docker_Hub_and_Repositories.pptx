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457200"/>
            <a:ext cx="2560320" cy="2560320"/>
          </a:xfrm>
          <a:prstGeom prst="ellipse">
            <a:avLst/>
          </a:prstGeom>
          <a:solidFill>
            <a:srgbClr val="1A2744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1005840"/>
            <a:ext cx="1280160" cy="12801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2651760"/>
            <a:ext cx="438912" cy="292608"/>
          </a:xfrm>
          <a:prstGeom prst="rect">
            <a:avLst/>
          </a:prstGeom>
          <a:solidFill>
            <a:srgbClr val="00B4D8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60920" y="2651760"/>
            <a:ext cx="438912" cy="292608"/>
          </a:xfrm>
          <a:prstGeom prst="rect">
            <a:avLst/>
          </a:prstGeom>
          <a:solidFill>
            <a:srgbClr val="00B4D8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2999232"/>
            <a:ext cx="438912" cy="292608"/>
          </a:xfrm>
          <a:prstGeom prst="rect">
            <a:avLst/>
          </a:prstGeom>
          <a:solidFill>
            <a:srgbClr val="90E0EF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60920" y="2999232"/>
            <a:ext cx="438912" cy="292608"/>
          </a:xfrm>
          <a:prstGeom prst="rect">
            <a:avLst/>
          </a:prstGeom>
          <a:solidFill>
            <a:srgbClr val="90E0EF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972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 &amp;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65760" y="17830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65760" y="27432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guide to managing container images in the cloud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4773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docker.com  |  hub.docker.com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Docker Hub?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109728" cy="10058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07008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 is the world's largest container image registry — a cloud-based service for storing, sharing, and distributing Docker container images.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24414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Registry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8072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access millions of public &amp; private container images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33172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24414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Integration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28072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builds and deployments with webhooks and pipelines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61188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372160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08736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images across teams and organizations globally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61188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94960" y="372160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Scanning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94960" y="408736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vulnerability scanning for all stored images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011680" cy="1645920"/>
          </a:xfrm>
          <a:prstGeom prst="rect">
            <a:avLst/>
          </a:prstGeom>
          <a:solidFill>
            <a:srgbClr val="00B4D8">
              <a:alpha val="80000"/>
            </a:srgbClr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push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280160"/>
            <a:ext cx="2011680" cy="1645920"/>
          </a:xfrm>
          <a:prstGeom prst="rect">
            <a:avLst/>
          </a:prstGeom>
          <a:solidFill>
            <a:srgbClr val="FF9F1C">
              <a:alpha val="80000"/>
            </a:srgbClr>
          </a:solidFill>
          <a:ln w="25400">
            <a:solidFill>
              <a:srgbClr val="FF9F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371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2057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&amp; manages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0" y="1280160"/>
            <a:ext cx="2011680" cy="1645920"/>
          </a:xfrm>
          <a:prstGeom prst="rect">
            <a:avLst/>
          </a:prstGeom>
          <a:solidFill>
            <a:srgbClr val="06D6A0">
              <a:alpha val="80000"/>
            </a:srgbClr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371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057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pull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23160" y="2011680"/>
            <a:ext cx="100584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377440" y="1828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→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32120" y="2011680"/>
            <a:ext cx="100584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532120" y="1828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pull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246120"/>
            <a:ext cx="1920240" cy="1463040"/>
          </a:xfrm>
          <a:prstGeom prst="rect">
            <a:avLst/>
          </a:prstGeom>
          <a:solidFill>
            <a:srgbClr val="16223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3375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Layers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7490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filesystem with cached layers for efficiency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68880" y="3246120"/>
            <a:ext cx="1920240" cy="1463040"/>
          </a:xfrm>
          <a:prstGeom prst="rect">
            <a:avLst/>
          </a:prstGeom>
          <a:solidFill>
            <a:srgbClr val="16223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33375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&amp; Versions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0320" y="37490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versioning like latest, v1.0, stable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3246120"/>
            <a:ext cx="1920240" cy="1463040"/>
          </a:xfrm>
          <a:prstGeom prst="rect">
            <a:avLst/>
          </a:prstGeom>
          <a:solidFill>
            <a:srgbClr val="16223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3375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37490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user/org prefix for repository organization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0" y="3246120"/>
            <a:ext cx="1920240" cy="1463040"/>
          </a:xfrm>
          <a:prstGeom prst="rect">
            <a:avLst/>
          </a:prstGeom>
          <a:solidFill>
            <a:srgbClr val="16223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33375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0" y="37490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callbacks triggered on push events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Repositories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3931920" cy="4572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7043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Public Repository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by anyone on the internet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5856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open-source projects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3405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unlimited public repositories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20954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Discoverable via Docker Hub search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68503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support and contributions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143000"/>
            <a:ext cx="3931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143000"/>
            <a:ext cx="393192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17043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Private Repository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17830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access — authorized users only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25856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proprietary/commercial images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73405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managed via tokens &amp; teams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20954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and access controls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68503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paid Docker plans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Docker Hub Commands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4160520" cy="1097280"/>
          </a:xfrm>
          <a:prstGeom prst="rect">
            <a:avLst/>
          </a:prstGeom>
          <a:solidFill>
            <a:srgbClr val="16223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61872"/>
            <a:ext cx="3977640" cy="457200"/>
          </a:xfrm>
          <a:prstGeom prst="rect">
            <a:avLst/>
          </a:prstGeom>
          <a:solidFill>
            <a:srgbClr val="0A111E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29844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login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92224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to Docker Hub with credentials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170432"/>
            <a:ext cx="4160520" cy="1097280"/>
          </a:xfrm>
          <a:prstGeom prst="rect">
            <a:avLst/>
          </a:prstGeom>
          <a:solidFill>
            <a:srgbClr val="16223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1261872"/>
            <a:ext cx="3977640" cy="457200"/>
          </a:xfrm>
          <a:prstGeom prst="rect">
            <a:avLst/>
          </a:prstGeom>
          <a:solidFill>
            <a:srgbClr val="0A111E"/>
          </a:solidFill>
          <a:ln/>
        </p:spPr>
      </p:sp>
      <p:sp>
        <p:nvSpPr>
          <p:cNvPr id="10" name="Text 8"/>
          <p:cNvSpPr/>
          <p:nvPr/>
        </p:nvSpPr>
        <p:spPr>
          <a:xfrm>
            <a:off x="4965192" y="129844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pull nginx:latest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1792224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 image from the registry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404872"/>
            <a:ext cx="4160520" cy="1097280"/>
          </a:xfrm>
          <a:prstGeom prst="rect">
            <a:avLst/>
          </a:prstGeom>
          <a:solidFill>
            <a:srgbClr val="16223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496312"/>
            <a:ext cx="3977640" cy="457200"/>
          </a:xfrm>
          <a:prstGeom prst="rect">
            <a:avLst/>
          </a:prstGeom>
          <a:solidFill>
            <a:srgbClr val="0A111E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5328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push user/app:v1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026664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local image to your repository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404872"/>
            <a:ext cx="4160520" cy="1097280"/>
          </a:xfrm>
          <a:prstGeom prst="rect">
            <a:avLst/>
          </a:prstGeom>
          <a:solidFill>
            <a:srgbClr val="16223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92040" y="2496312"/>
            <a:ext cx="3977640" cy="457200"/>
          </a:xfrm>
          <a:prstGeom prst="rect">
            <a:avLst/>
          </a:prstGeom>
          <a:solidFill>
            <a:srgbClr val="0A111E"/>
          </a:solidFill>
          <a:ln/>
        </p:spPr>
      </p:sp>
      <p:sp>
        <p:nvSpPr>
          <p:cNvPr id="18" name="Text 16"/>
          <p:cNvSpPr/>
          <p:nvPr/>
        </p:nvSpPr>
        <p:spPr>
          <a:xfrm>
            <a:off x="4965192" y="25328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tag app user/app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026664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a local image for a remote repository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639312"/>
            <a:ext cx="4160520" cy="1097280"/>
          </a:xfrm>
          <a:prstGeom prst="rect">
            <a:avLst/>
          </a:prstGeom>
          <a:solidFill>
            <a:srgbClr val="16223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730752"/>
            <a:ext cx="3977640" cy="457200"/>
          </a:xfrm>
          <a:prstGeom prst="rect">
            <a:avLst/>
          </a:prstGeom>
          <a:solidFill>
            <a:srgbClr val="0A111E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7673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search nginx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261104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images on Docker Hub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639312"/>
            <a:ext cx="4160520" cy="1097280"/>
          </a:xfrm>
          <a:prstGeom prst="rect">
            <a:avLst/>
          </a:prstGeom>
          <a:solidFill>
            <a:srgbClr val="16223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92040" y="3730752"/>
            <a:ext cx="3977640" cy="457200"/>
          </a:xfrm>
          <a:prstGeom prst="rect">
            <a:avLst/>
          </a:prstGeom>
          <a:solidFill>
            <a:srgbClr val="0A111E"/>
          </a:solidFill>
          <a:ln/>
        </p:spPr>
      </p:sp>
      <p:sp>
        <p:nvSpPr>
          <p:cNvPr id="26" name="Text 24"/>
          <p:cNvSpPr/>
          <p:nvPr/>
        </p:nvSpPr>
        <p:spPr>
          <a:xfrm>
            <a:off x="4965192" y="37673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logout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4261104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saved credentials from the machine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&amp; Image Creation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389120" cy="3520440"/>
          </a:xfrm>
          <a:prstGeom prst="rect">
            <a:avLst/>
          </a:prstGeom>
          <a:solidFill>
            <a:srgbClr val="1E1E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4389120" cy="384048"/>
          </a:xfrm>
          <a:prstGeom prst="rect">
            <a:avLst/>
          </a:prstGeom>
          <a:solidFill>
            <a:srgbClr val="14142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70432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Dockerfile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4160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100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node:18-alpine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/app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package*.json ./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ci --only=production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.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3000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["node", "server.js"]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0" y="123444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577840" y="1188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Dockerfile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77840" y="149047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base image, dependencies, and run commands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0" y="210312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77840" y="2057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image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77840" y="235915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myapp:v1 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0" y="297180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2971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77840" y="2926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locally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77840" y="322783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-p 3000:3000 myapp:v1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384048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840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77840" y="3794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&amp; Push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77840" y="409651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tag myapp:v1 user/myapp:v1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3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push user/myapp:v1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 Plans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65960" cy="3611880"/>
          </a:xfrm>
          <a:prstGeom prst="rect">
            <a:avLst/>
          </a:prstGeom>
          <a:solidFill>
            <a:srgbClr val="162235"/>
          </a:solidFill>
          <a:ln w="25400">
            <a:solidFill>
              <a:srgbClr val="8BA3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1965960" cy="502920"/>
          </a:xfrm>
          <a:prstGeom prst="rect">
            <a:avLst/>
          </a:prstGeom>
          <a:solidFill>
            <a:srgbClr val="8BA3B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15568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$0/mo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private repository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public repos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pulls/6 hrs (anon)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79476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support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87168" y="1097280"/>
            <a:ext cx="1965960" cy="3611880"/>
          </a:xfrm>
          <a:prstGeom prst="rect">
            <a:avLst/>
          </a:prstGeom>
          <a:solidFill>
            <a:srgbClr val="162235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87168" y="1097280"/>
            <a:ext cx="1965960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2487168" y="1115568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487168" y="16916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$5/mo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578608" y="228600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private repos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78608" y="278892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pulls/day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78608" y="329184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scanning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78608" y="379476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08576" y="1097280"/>
            <a:ext cx="1965960" cy="3611880"/>
          </a:xfrm>
          <a:prstGeom prst="rect">
            <a:avLst/>
          </a:prstGeom>
          <a:solidFill>
            <a:srgbClr val="162235"/>
          </a:solidFill>
          <a:ln w="25400">
            <a:solidFill>
              <a:srgbClr val="FF9F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08576" y="1097280"/>
            <a:ext cx="1965960" cy="502920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22" name="Text 20"/>
          <p:cNvSpPr/>
          <p:nvPr/>
        </p:nvSpPr>
        <p:spPr>
          <a:xfrm>
            <a:off x="4608576" y="1115568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08576" y="16916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$7/mo/user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700016" y="228600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management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0016" y="278892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Org-level access control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0016" y="329184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0016" y="379476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integration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29984" y="1097280"/>
            <a:ext cx="1965960" cy="3611880"/>
          </a:xfrm>
          <a:prstGeom prst="rect">
            <a:avLst/>
          </a:prstGeom>
          <a:solidFill>
            <a:srgbClr val="162235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29984" y="1097280"/>
            <a:ext cx="1965960" cy="5029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0" name="Text 28"/>
          <p:cNvSpPr/>
          <p:nvPr/>
        </p:nvSpPr>
        <p:spPr>
          <a:xfrm>
            <a:off x="6729984" y="1115568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729984" y="16916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821424" y="228600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security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21424" y="278892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mirroring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21424" y="329184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support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21424" y="379476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guarantees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252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12344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Semantic Versioning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600200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images with specific versions (v1.2.3) instead of relying only on 'latest'. This ensures reproducible builds.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64608" y="1252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40680" y="12344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Image Size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40680" y="1600200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slim/alpine base images, multi-stage builds, and .dockerignore to reduce attack surface and pull times.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" y="2487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560" y="246888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Security Scanning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834640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automated vulnerability scanning and set policies to block images with critical CVEs from being deployed.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37744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64608" y="2487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40680" y="246888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with CI/CD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40680" y="2834640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docker push into your pipeline to ensure only tested, validated images are published to the registry.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61188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" y="37216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51560" y="370332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 Old Images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4069080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retention policies and regularly prune dangling or old tags to control storage costs and registry clutter.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61188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64608" y="37216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40680" y="370332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Access Tokens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4069080"/>
            <a:ext cx="3337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personal access tokens over passwords in automation. Rotate tokens regularly and scope them narrowly.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8412480" cy="594360"/>
          </a:xfrm>
          <a:prstGeom prst="rect">
            <a:avLst/>
          </a:prstGeom>
          <a:solidFill>
            <a:srgbClr val="162235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554480"/>
            <a:ext cx="73152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6459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6459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Hub:  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31720" y="164592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 is the go-to registry for container images — public and private alike.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8412480" cy="594360"/>
          </a:xfrm>
          <a:prstGeom prst="rect">
            <a:avLst/>
          </a:prstGeom>
          <a:solidFill>
            <a:srgbClr val="162235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2240280"/>
            <a:ext cx="73152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3317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331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Repositories:  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31720" y="233172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images in namespaced repos with tags for versioning and lifecycle control.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8412480" cy="594360"/>
          </a:xfrm>
          <a:prstGeom prst="rect">
            <a:avLst/>
          </a:prstGeom>
          <a:solidFill>
            <a:srgbClr val="162235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2926080"/>
            <a:ext cx="73152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0175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30175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Ready:  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331720" y="301752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build → push → pull workflows with built-in webhooks and API support.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611880"/>
            <a:ext cx="8412480" cy="594360"/>
          </a:xfrm>
          <a:prstGeom prst="rect">
            <a:avLst/>
          </a:prstGeom>
          <a:solidFill>
            <a:srgbClr val="162235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3611880"/>
            <a:ext cx="73152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7033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37033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First:  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331720" y="370332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images, use access tokens, and enforce pull rate policies for safe deployments.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297680"/>
            <a:ext cx="8412480" cy="594360"/>
          </a:xfrm>
          <a:prstGeom prst="rect">
            <a:avLst/>
          </a:prstGeom>
          <a:solidFill>
            <a:srgbClr val="162235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4297680"/>
            <a:ext cx="73152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3891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" y="43891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Plans:  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331720" y="438912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free public repos to enterprise-grade solutions with SSO and audit logs.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hub.docker.com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Hub &amp; Repository</dc:title>
  <dc:subject>PptxGenJS Presentation</dc:subject>
  <dc:creator>PptxGenJS</dc:creator>
  <cp:lastModifiedBy>PptxGenJS</cp:lastModifiedBy>
  <cp:revision>1</cp:revision>
  <dcterms:created xsi:type="dcterms:W3CDTF">2026-03-10T14:41:07Z</dcterms:created>
  <dcterms:modified xsi:type="dcterms:W3CDTF">2026-03-10T14:41:07Z</dcterms:modified>
</cp:coreProperties>
</file>